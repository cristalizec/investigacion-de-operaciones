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DCD217-4FD7-3CEE-9462-AE99299AE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8514F4-8458-C9C7-1983-36486428D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FB626B-627F-BE15-00CE-DF8D4754C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A56-1C84-4A1A-97A6-94BDD695668E}" type="datetimeFigureOut">
              <a:rPr lang="es-MX" smtClean="0"/>
              <a:t>04/09/2025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47FC89-F724-613F-8022-C815BB857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C41347-68C7-5A42-49E6-3B14DA02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13632-0C07-47DB-862F-CA2FF6E297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4951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E501A-FBF4-9238-3C59-0082F7449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DA907F-45F8-802A-DA34-9866EBBCC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92CDFA-2AF1-7581-61FD-CD41E8FDA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A56-1C84-4A1A-97A6-94BDD695668E}" type="datetimeFigureOut">
              <a:rPr lang="es-MX" smtClean="0"/>
              <a:t>04/09/2025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8706AB-AA76-BF72-8814-13E17A8BC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ADF00C-3BD9-DD55-A3A7-31883523E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13632-0C07-47DB-862F-CA2FF6E297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179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E8FD2F-1717-61EC-6F6B-B0EE576F9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36FB2D-7A77-1A96-11D8-956B11BA8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94B671-391C-CA97-1A97-07DADE06D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A56-1C84-4A1A-97A6-94BDD695668E}" type="datetimeFigureOut">
              <a:rPr lang="es-MX" smtClean="0"/>
              <a:t>04/09/2025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4E6311-E8C2-ECCA-96D1-5D4B1A452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39E9FC-405B-746D-3740-EF72960B3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13632-0C07-47DB-862F-CA2FF6E297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5220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9A2F70-B09D-4B66-9265-57436DE43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3FCD15-9466-0FE1-0EC3-9AD8C81AA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A0B4AF-CF8C-FFA2-DA87-630DFFC99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128F54-35EA-8AB2-007D-9E774FF1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A56-1C84-4A1A-97A6-94BDD695668E}" type="datetimeFigureOut">
              <a:rPr lang="es-MX" smtClean="0"/>
              <a:t>04/09/2025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ACD787-D754-BD5D-6C2E-32F02AE86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303A2D-D7CC-8111-64FC-A663C0A1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13632-0C07-47DB-862F-CA2FF6E297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7415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B5B0B1-5DA5-B689-DFF8-FC7A07361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877AB2-F24F-0608-769F-98218EB97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3038D3-A992-B666-F6A0-8BDDBF965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8605DD7-9DA7-4E1C-322E-5E328AAC3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987746B-C4A2-4B51-FE46-5CA9407B5F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AC546F9-F180-93F4-008B-904EA570A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A56-1C84-4A1A-97A6-94BDD695668E}" type="datetimeFigureOut">
              <a:rPr lang="es-MX" smtClean="0"/>
              <a:t>04/09/2025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093864E-D4F9-0AF4-DE42-2F355B911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E09DE5-88B9-EE06-033E-C84D252C2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13632-0C07-47DB-862F-CA2FF6E297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458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7D7006-2DB6-43CB-6704-C03139E14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B28E679-A1B6-455B-CD1F-7774CF9FA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A56-1C84-4A1A-97A6-94BDD695668E}" type="datetimeFigureOut">
              <a:rPr lang="es-MX" smtClean="0"/>
              <a:t>04/09/2025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67B6239-C519-A866-4590-F639A0F07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F3342E8-C642-EA3A-341D-5FF41770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13632-0C07-47DB-862F-CA2FF6E297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62078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B738CF1-F0FC-6FFD-A885-155FB811D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A56-1C84-4A1A-97A6-94BDD695668E}" type="datetimeFigureOut">
              <a:rPr lang="es-MX" smtClean="0"/>
              <a:t>04/09/2025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461E11E-E927-A9B7-79AA-C2CAB7E97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82A86C-E029-9402-94CC-69D7892F5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13632-0C07-47DB-862F-CA2FF6E297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50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387DE-3220-54F9-6AA4-F22508591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9792EA-0AFC-636B-D4A4-40826921F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05E050-4791-8A40-36C2-C5101A8E3A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C707B1-2780-7DF6-8AA5-0BD2B547A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A56-1C84-4A1A-97A6-94BDD695668E}" type="datetimeFigureOut">
              <a:rPr lang="es-MX" smtClean="0"/>
              <a:t>04/09/2025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F8DFE6-206B-435D-296E-0D95B7CC9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0F2229-54D6-C3E6-86B3-7BCF6B694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13632-0C07-47DB-862F-CA2FF6E297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3499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CD01B7-75AA-A5DD-FC6D-FBCEAF37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A41C85C-D9F5-0FA9-D055-010C888BA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555E5D-36FD-9E40-1463-EF08D0A7F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CCC3E8-629B-CE10-DD83-49B6CEA7A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A56-1C84-4A1A-97A6-94BDD695668E}" type="datetimeFigureOut">
              <a:rPr lang="es-MX" smtClean="0"/>
              <a:t>04/09/2025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C07EED-20AD-633E-F028-7C01BB61A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4D1469-1AA8-EBF4-7A2F-5B23E5B7D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13632-0C07-47DB-862F-CA2FF6E297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6315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64D3E0-EC8C-1DD1-769C-241A5C71E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231BB1-5546-8610-85B5-FEA0C365B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90178C-E226-8859-C876-0038845DF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A56-1C84-4A1A-97A6-94BDD695668E}" type="datetimeFigureOut">
              <a:rPr lang="es-MX" smtClean="0"/>
              <a:t>04/09/2025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758916-210C-8EA6-78EE-D6C06DDAA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0164E9-4D45-30E3-358B-42B18B2CF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13632-0C07-47DB-862F-CA2FF6E297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0757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02E42E-B7FC-7E70-5B53-8AB47450D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DBB7751-914F-5682-C64B-62E20ED8D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A50FFD-CD74-C4F7-EC52-ED49A03A2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A56-1C84-4A1A-97A6-94BDD695668E}" type="datetimeFigureOut">
              <a:rPr lang="es-MX" smtClean="0"/>
              <a:t>04/09/2025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C2DBF7-C921-4595-A927-FB973391A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DCA7CB-1288-3101-CB54-184872541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13632-0C07-47DB-862F-CA2FF6E297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3841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2E81888-0106-60DA-C948-B593C2E38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E1A2B0-BBED-D941-2D31-01D78388F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83E4A6-6A8D-93E1-977D-F95DA3B5BD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ECA56-1C84-4A1A-97A6-94BDD695668E}" type="datetimeFigureOut">
              <a:rPr lang="es-MX" smtClean="0"/>
              <a:t>04/09/2025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D07B54-9E00-716D-5BA1-71F512B420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21D2A7-4A57-EAAC-B1BC-96FEC7DDF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313632-0C07-47DB-862F-CA2FF6E297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057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0191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BD2D0-BECF-5859-9CBB-62197DD46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0396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88220-4AA9-AF44-A108-0CFCE18FC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272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119B9-3F20-68B8-CA9D-C3C405DEA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7569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D9462-ABD4-D61D-C285-442179FAE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5231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44DBC-728B-FEB0-66C4-570AB6399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7181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04036-DD88-641B-CD6F-B34FBDEE0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493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D0B5C-8F2E-7D0D-448F-B0E3D1645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555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D35D9-76A1-EC13-BB39-E75631E4A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233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18074-281B-B93B-23FE-50A3383CB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1518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749B7-3031-E81D-97A9-F5524F306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090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00403-4964-A0F5-47A7-8506531E5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255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D12DC-BF47-C0E6-F116-6E7AC9650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383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C14DA-E2F2-C198-9B39-172C81613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6959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5E197-61AF-7136-D530-6CFECF6A7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651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18DA6-8772-2A14-A8DD-668442141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0886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Amilcar Corona</dc:creator>
  <cp:lastModifiedBy>Amilcar Corona</cp:lastModifiedBy>
  <cp:revision>1</cp:revision>
  <dcterms:created xsi:type="dcterms:W3CDTF">2025-09-04T13:26:05Z</dcterms:created>
  <dcterms:modified xsi:type="dcterms:W3CDTF">2025-09-04T13:26:51Z</dcterms:modified>
</cp:coreProperties>
</file>